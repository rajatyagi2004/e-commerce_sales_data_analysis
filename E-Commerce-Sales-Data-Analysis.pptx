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Crimson Pro"/>
      <p:regular r:id="rId17"/>
    </p:embeddedFont>
    <p:embeddedFont>
      <p:font typeface="Crimson Pro"/>
      <p:regular r:id="rId18"/>
    </p:embeddedFont>
    <p:embeddedFont>
      <p:font typeface="Crimson Pro"/>
      <p:regular r:id="rId19"/>
    </p:embeddedFont>
    <p:embeddedFont>
      <p:font typeface="Crimson Pro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E-Commerce Sales Data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analysis using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MySQL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BI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turning raw data into business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Project Overview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31524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Goal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733562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 raw e-commerce sales data into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meaningful business insights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through: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5026343"/>
            <a:ext cx="4205168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data cleaning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SQL-based analysis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dashboard reporting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0329" y="670203"/>
            <a:ext cx="6360795" cy="65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Cleaning &amp; Preparation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30329" y="1610082"/>
            <a:ext cx="724138" cy="381357"/>
          </a:xfrm>
          <a:prstGeom prst="roundRect">
            <a:avLst>
              <a:gd name="adj" fmla="val 18385"/>
            </a:avLst>
          </a:prstGeom>
          <a:solidFill>
            <a:srgbClr val="EBE2E0"/>
          </a:solidFill>
          <a:ln/>
        </p:spPr>
      </p:sp>
      <p:sp>
        <p:nvSpPr>
          <p:cNvPr id="5" name="Text 2"/>
          <p:cNvSpPr/>
          <p:nvPr/>
        </p:nvSpPr>
        <p:spPr>
          <a:xfrm>
            <a:off x="855464" y="1672590"/>
            <a:ext cx="473869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0329" y="2207300"/>
            <a:ext cx="7683341" cy="1194078"/>
          </a:xfrm>
          <a:prstGeom prst="roundRect">
            <a:avLst>
              <a:gd name="adj" fmla="val 734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6547" y="2423517"/>
            <a:ext cx="2608302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Deduplication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946547" y="2864644"/>
            <a:ext cx="725090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Removed duplicates &amp; null values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0329" y="3593306"/>
            <a:ext cx="7683341" cy="1194078"/>
          </a:xfrm>
          <a:prstGeom prst="roundRect">
            <a:avLst>
              <a:gd name="adj" fmla="val 734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6547" y="3809524"/>
            <a:ext cx="2608302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Standardization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946547" y="4250650"/>
            <a:ext cx="725090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TRIM, UPPER, LOWER, PROPER functions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0329" y="4979313"/>
            <a:ext cx="7683341" cy="1194078"/>
          </a:xfrm>
          <a:prstGeom prst="roundRect">
            <a:avLst>
              <a:gd name="adj" fmla="val 734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6547" y="5195530"/>
            <a:ext cx="2608302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Types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946547" y="5636657"/>
            <a:ext cx="725090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Corrected Date, Numeric formats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0329" y="6365319"/>
            <a:ext cx="7683341" cy="1194078"/>
          </a:xfrm>
          <a:prstGeom prst="roundRect">
            <a:avLst>
              <a:gd name="adj" fmla="val 734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6547" y="6581537"/>
            <a:ext cx="2608302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Pivot Analysis</a:t>
            </a:r>
            <a:endParaRPr lang="en-US" sz="2050" dirty="0"/>
          </a:p>
        </p:txBody>
      </p:sp>
      <p:sp>
        <p:nvSpPr>
          <p:cNvPr id="17" name="Text 14"/>
          <p:cNvSpPr/>
          <p:nvPr/>
        </p:nvSpPr>
        <p:spPr>
          <a:xfrm>
            <a:off x="946547" y="7022663"/>
            <a:ext cx="725090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Region, Category, Product breakdowns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4537" y="505063"/>
            <a:ext cx="697587" cy="317778"/>
          </a:xfrm>
          <a:prstGeom prst="roundRect">
            <a:avLst>
              <a:gd name="adj" fmla="val 19187"/>
            </a:avLst>
          </a:prstGeom>
          <a:solidFill>
            <a:srgbClr val="EBE2E0"/>
          </a:solidFill>
          <a:ln/>
        </p:spPr>
      </p:sp>
      <p:sp>
        <p:nvSpPr>
          <p:cNvPr id="3" name="Text 1"/>
          <p:cNvSpPr/>
          <p:nvPr/>
        </p:nvSpPr>
        <p:spPr>
          <a:xfrm>
            <a:off x="1163360" y="559475"/>
            <a:ext cx="47994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MYSQL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4537" y="880824"/>
            <a:ext cx="453663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SQL Business Analysis</a:t>
            </a:r>
            <a:endParaRPr lang="en-US" sz="3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537" y="1665565"/>
            <a:ext cx="12521208" cy="56345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40642" y="1926673"/>
            <a:ext cx="2191200" cy="33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Total Sales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940642" y="2361602"/>
            <a:ext cx="2191200" cy="487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Aggregate sales and profit overview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9589" y="3434628"/>
            <a:ext cx="485345" cy="4853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07763" y="6030658"/>
            <a:ext cx="2203239" cy="33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Region Analysis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5107763" y="6465587"/>
            <a:ext cx="2203239" cy="731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 performance across regions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6710" y="5204443"/>
            <a:ext cx="485345" cy="4853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50804" y="1884535"/>
            <a:ext cx="2191200" cy="33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Category Profit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7250804" y="2319464"/>
            <a:ext cx="2191200" cy="487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 profitability by category</a:t>
            </a:r>
            <a:endParaRPr lang="en-US" sz="17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45870" y="3386470"/>
            <a:ext cx="485344" cy="48534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417925" y="6152558"/>
            <a:ext cx="2191200" cy="33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Top &amp; Bottom</a:t>
            </a:r>
            <a:endParaRPr lang="en-US" sz="2100" dirty="0"/>
          </a:p>
        </p:txBody>
      </p:sp>
      <p:sp>
        <p:nvSpPr>
          <p:cNvPr id="16" name="Text 10"/>
          <p:cNvSpPr/>
          <p:nvPr/>
        </p:nvSpPr>
        <p:spPr>
          <a:xfrm>
            <a:off x="9417925" y="6587488"/>
            <a:ext cx="2191200" cy="487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best and worst products</a:t>
            </a:r>
            <a:endParaRPr lang="en-US" sz="17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76872" y="5204443"/>
            <a:ext cx="485344" cy="48534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4537" y="7463314"/>
            <a:ext cx="1252120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queries uncovered performance patterns across regions, categories, and products.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1954"/>
            <a:ext cx="70850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Product Performance Queries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Top Performers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58853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5 products by sales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5 brands by revenue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3 cities by sales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Products above average sales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436168" y="3350895"/>
            <a:ext cx="6571417" cy="2576751"/>
          </a:xfrm>
          <a:prstGeom prst="roundRect">
            <a:avLst>
              <a:gd name="adj" fmla="val 6338"/>
            </a:avLst>
          </a:prstGeom>
          <a:solidFill>
            <a:srgbClr val="835E54"/>
          </a:solidFill>
          <a:ln/>
        </p:spPr>
      </p:sp>
      <p:sp>
        <p:nvSpPr>
          <p:cNvPr id="6" name="Text 4"/>
          <p:cNvSpPr/>
          <p:nvPr/>
        </p:nvSpPr>
        <p:spPr>
          <a:xfrm>
            <a:off x="7662982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Loss Makers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62982" y="4158853"/>
            <a:ext cx="6117788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Bottom 5 loss-making products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Products below average profit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Discount impact on margins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sales per product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8667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Power BI Dashboard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935611"/>
            <a:ext cx="1117402" cy="426244"/>
          </a:xfrm>
          <a:prstGeom prst="roundRect">
            <a:avLst>
              <a:gd name="adj" fmla="val 17880"/>
            </a:avLst>
          </a:prstGeom>
          <a:solidFill>
            <a:srgbClr val="EBE2E0"/>
          </a:solidFill>
          <a:ln/>
        </p:spPr>
      </p:sp>
      <p:sp>
        <p:nvSpPr>
          <p:cNvPr id="5" name="Text 2"/>
          <p:cNvSpPr/>
          <p:nvPr/>
        </p:nvSpPr>
        <p:spPr>
          <a:xfrm>
            <a:off x="6416278" y="4003596"/>
            <a:ext cx="84522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BI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80190" y="461700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Cleaned MySQL data imported into Power BI. DAX measures built for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Sales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Profit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Avg. Delivery Days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 Count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5340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Dashboard Features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615809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KPI Cards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4106228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At-a-glance metrics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615809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Bar Charts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4106228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&amp; regional performance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Regional Comparison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413177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Side-by-side region visuals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Dynamic Slicers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413177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filtering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228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Business Insights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14688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214688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Revenue Concentration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962400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few products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generate the majority of total revenue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214688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3214688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Discount Danger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962400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discounts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significantly reduce profit margins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809411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Regional Gaps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557123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Certain regions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significantly outperform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others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809411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Loss Sub-categories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Some sub-categories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consistently generate losses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7322" y="675561"/>
            <a:ext cx="5078135" cy="634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Recommendations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6197322" y="1583055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197322" y="1905357"/>
            <a:ext cx="7722156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6" name="Text 3"/>
          <p:cNvSpPr/>
          <p:nvPr/>
        </p:nvSpPr>
        <p:spPr>
          <a:xfrm>
            <a:off x="6197322" y="2052638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Optimize Discounts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197322" y="2479119"/>
            <a:ext cx="772215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Revise discount strategies to protect margins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197322" y="3121223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197322" y="3443526"/>
            <a:ext cx="7722156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0" name="Text 7"/>
          <p:cNvSpPr/>
          <p:nvPr/>
        </p:nvSpPr>
        <p:spPr>
          <a:xfrm>
            <a:off x="6197322" y="3590806"/>
            <a:ext cx="3408283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Focus on High-Margin Products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197322" y="4017288"/>
            <a:ext cx="772215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Prioritize top-performing SKUs and brands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197322" y="4659392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197322" y="4981694"/>
            <a:ext cx="7722156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4" name="Text 11"/>
          <p:cNvSpPr/>
          <p:nvPr/>
        </p:nvSpPr>
        <p:spPr>
          <a:xfrm>
            <a:off x="6197322" y="5128974"/>
            <a:ext cx="2718911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Review Underperformers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197322" y="5555456"/>
            <a:ext cx="772215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 loss-making sub-categories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197322" y="6197560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197322" y="6519863"/>
            <a:ext cx="7722156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8" name="Text 15"/>
          <p:cNvSpPr/>
          <p:nvPr/>
        </p:nvSpPr>
        <p:spPr>
          <a:xfrm>
            <a:off x="6197322" y="6667143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Invest in Top Regions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6197322" y="7093625"/>
            <a:ext cx="772215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Double down on high-performing markets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Future Enhancements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177778"/>
            <a:ext cx="4205168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Predictive analytics integration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segmentation modeling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9638943" y="4238030"/>
            <a:ext cx="4205168" cy="2415421"/>
          </a:xfrm>
          <a:prstGeom prst="roundRect">
            <a:avLst>
              <a:gd name="adj" fmla="val 3944"/>
            </a:avLst>
          </a:prstGeom>
          <a:solidFill>
            <a:srgbClr val="E1D4D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5757" y="4589740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76059" y="4521517"/>
            <a:ext cx="324123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demonstrates a complete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 → MySQL → Power BI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analytics pipeline ready for real-world business decisions.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2026-02-23T15:39:38Z</dcterms:created>
  <dcterms:modified xsi:type="dcterms:W3CDTF">2026-02-23T15:39:38Z</dcterms:modified>
</cp:coreProperties>
</file>